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1"/>
    <p:sldId id="260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notesMaster" Target="notesMasters/notesMaster1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main energy currency of the cell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Cells</a:t>
            </a:r>
          </a:p>
          <a:p>
            <a:r>
              <a:t>Energy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Functions of the cell membrane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Controls what enters and leaves the cell</a:t>
            </a:r>
          </a:p>
          <a:p>
            <a:r>
              <a:t>Protects the cell from its surroundings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ATP?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terms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828800"/>
          <a:ext cx="73152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</a:tblGrid>
              <a:tr h="609600">
                <a:tc>
                  <a:txBody>
                    <a:bodyPr/>
                    <a:lstStyle/>
                    <a:p>
                      <a:r>
                        <a:t>Term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Meaning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Ribosome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the site of protein synthesis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Nucleus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the organelle that holds the genetic material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Quick check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1. Which organelle contains chlorophyll?</a:t>
            </a:r>
          </a:p>
          <a:p>
            <a:pPr>
              <a:defRPr sz="2000"/>
            </a:pPr>
            <a:r>
              <a:t>A) Mitochondrion</a:t>
            </a:r>
          </a:p>
          <a:p>
            <a:pPr>
              <a:defRPr sz="2000"/>
            </a:pPr>
            <a:r>
              <a:t>B) Chloroplast</a:t>
            </a:r>
          </a:p>
          <a:p>
            <a:pPr>
              <a:defRPr sz="2000"/>
            </a:pPr>
            <a:r>
              <a:t>C) Ribosome</a:t>
            </a:r>
          </a:p>
          <a:p>
            <a:pPr>
              <a:defRPr sz="2000"/>
            </a:pPr>
            <a:r>
              <a:t>Answer: B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